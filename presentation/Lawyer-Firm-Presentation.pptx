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19"/>
    <p:sldId id="260" r:id="rId6"/>
    <p:sldId id="261" r:id="rId7"/>
    <p:sldId id="268" r:id="rId20"/>
    <p:sldId id="262" r:id="rId8"/>
    <p:sldId id="263" r:id="rId9"/>
    <p:sldId id="264" r:id="rId10"/>
    <p:sldId id="266" r:id="rId12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2.xml"/>
  <Relationship Id="rId20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public-full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client-full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lawyer-full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admin-full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access-full.jpg"/><Relationship Id="rId2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nsights-full.jp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37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6A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+ CLIENT, LAWYER AND OFFICE WORKSPACES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972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clearer client relationship.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282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DD0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06424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6A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03120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question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the next agreed action.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88620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2DD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bilingual experience for one law firm, built around the work that continues after booking.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086600" y="2103120"/>
            <a:ext cx="4389120" cy="3493008"/>
          </a:xfrm>
          <a:prstGeom prst="rect">
            <a:avLst/>
          </a:prstGeom>
          <a:solidFill>
            <a:srgbClr val="25473D"/>
          </a:solidFill>
          <a:ln w="12700">
            <a:solidFill>
              <a:srgbClr val="25473D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60920" y="24505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A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2404872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the firm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31638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A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3118104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for consultation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387705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A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831336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with the lawyer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45902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A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4544568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with clarity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A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972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roles. One consultation record.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282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06424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267712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16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843784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529584"/>
            <a:ext cx="3337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the appointment, what to prepare and what happens next.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267712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16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843784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3529584"/>
            <a:ext cx="3337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context and documents, record outcomes and share clear advice summaries.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26771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16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8437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529584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the right lawyer, coordinate changes and keep follow-up moving.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542239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WEBSITE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972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useful starting point. A direct route to booking.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282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06424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74523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Users/pinkman/Documents/Codex/2026-09-24/continue-the-lawyer-app-demo-in/work/deck-v3/public.png">    </p:cNvPr>
          <p:cNvPicPr>
            <a:picLocks noChangeAspect="1"/>
          </p:cNvPicPr>
          <p:nvPr/>
        </p:nvPicPr>
        <p:blipFill>
          <a:blip r:embed="rId1"/>
          <a:srcRect l="0" t="4474" r="0" b="9737"/>
          <a:stretch>
            <a:fillRect/>
          </a:stretch>
        </p:blipFill>
        <p:spPr>
          <a:xfrm>
            <a:off x="594360" y="2148840"/>
            <a:ext cx="7360920" cy="3749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66760" y="2304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need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86207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Property, rental and business examples make services easier to explore.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4160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next step</a:t>
            </a:r>
            <a:endParaRPr lang="en-US" sz="2300" dirty="0"/>
          </a:p>
        </p:txBody>
      </p:sp>
      <p:sp>
        <p:nvSpPr>
          <p:cNvPr id="11" name="Text 8"/>
          <p:cNvSpPr txBox="1"/>
          <p:nvPr/>
        </p:nvSpPr>
        <p:spPr>
          <a:xfrm>
            <a:off x="8366760" y="47091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directly or use a guided topic flow. Preparation context is carried forward only with consent.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WORKSPACE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972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uncertainty after the appointment is requested.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282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06424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74523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Users/pinkman/Documents/Codex/2026-09-24/continue-the-lawyer-app-demo-in/work/deck-v3/client.png">    </p:cNvPr>
          <p:cNvPicPr>
            <a:picLocks noChangeAspect="1"/>
          </p:cNvPicPr>
          <p:nvPr/>
        </p:nvPicPr>
        <p:blipFill>
          <a:blip r:embed="rId1"/>
          <a:srcRect l="0" t="687" r="50000" b="86147"/>
          <a:stretch>
            <a:fillRect/>
          </a:stretch>
        </p:blipFill>
        <p:spPr>
          <a:xfrm>
            <a:off x="594360" y="2148840"/>
            <a:ext cx="7360920" cy="3749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66760" y="2176272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16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75234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visible next step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3438144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consultations, provide requested documents, request a time change and revisit shared summaries.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 WORKSPACE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972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context to prepare. The space to follow through.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282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06424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74523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Users/pinkman/Documents/Codex/2026-09-24/continue-the-lawyer-app-demo-in/work/deck-v3/lawyer.png">    </p:cNvPr>
          <p:cNvPicPr>
            <a:picLocks noChangeAspect="1"/>
          </p:cNvPicPr>
          <p:nvPr/>
        </p:nvPicPr>
        <p:blipFill>
          <a:blip r:embed="rId1"/>
          <a:srcRect l="0" t="800" r="50000" b="83851"/>
          <a:stretch>
            <a:fillRect/>
          </a:stretch>
        </p:blipFill>
        <p:spPr>
          <a:xfrm>
            <a:off x="594360" y="2148840"/>
            <a:ext cx="7360920" cy="3749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66760" y="2176272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16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LAWYER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75234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 work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3438144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availability, review documents, record the consultation outcome and publish a separate client summary.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WORKSPACE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972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ownership and progress clear.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282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06424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74523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Users/pinkman/Documents/Codex/2026-09-24/continue-the-lawyer-app-demo-in/work/deck-v3/admin.png">    </p:cNvPr>
          <p:cNvPicPr>
            <a:picLocks noChangeAspect="1"/>
          </p:cNvPicPr>
          <p:nvPr/>
        </p:nvPicPr>
        <p:blipFill>
          <a:blip r:embed="rId1"/>
          <a:srcRect l="0" t="514" r="50000" b="89628"/>
          <a:stretch>
            <a:fillRect/>
          </a:stretch>
        </p:blipFill>
        <p:spPr>
          <a:xfrm>
            <a:off x="594360" y="2148840"/>
            <a:ext cx="7360920" cy="3749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66760" y="2176272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16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75234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the work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3438144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or reassign, check availability, handle time changes, resolve follow-up and close or reopen a consultation.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JOURNEY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972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begins the relationship. Follow-up completes it.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282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06424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94360" y="2121408"/>
            <a:ext cx="35844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2304288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295144"/>
            <a:ext cx="2468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26464" y="2779776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Service, reason,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 time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62272" y="2121408"/>
            <a:ext cx="35844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2304288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294376" y="2295144"/>
            <a:ext cx="2468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294376" y="2779776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Suitable lawyer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reserved slot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330184" y="2121408"/>
            <a:ext cx="35844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31352" y="2304288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9162288" y="2295144"/>
            <a:ext cx="2468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162288" y="2779776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payment;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status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94360" y="3968496"/>
            <a:ext cx="3584448" cy="1481328"/>
          </a:xfrm>
          <a:prstGeom prst="rect">
            <a:avLst/>
          </a:prstGeom>
          <a:solidFill>
            <a:srgbClr val="E5EBE0"/>
          </a:solidFill>
          <a:ln w="12700">
            <a:solidFill>
              <a:srgbClr val="E5EBE0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5528" y="4151376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4142232"/>
            <a:ext cx="2468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462686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Requested documents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version review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62272" y="3968496"/>
            <a:ext cx="3584448" cy="1481328"/>
          </a:xfrm>
          <a:prstGeom prst="rect">
            <a:avLst/>
          </a:prstGeom>
          <a:solidFill>
            <a:srgbClr val="E5EBE0"/>
          </a:solidFill>
          <a:ln w="12700">
            <a:solidFill>
              <a:srgbClr val="E5EBE0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63440" y="4151376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294376" y="4142232"/>
            <a:ext cx="2468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5294376" y="462686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outcome;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summary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330184" y="3968496"/>
            <a:ext cx="3584448" cy="1481328"/>
          </a:xfrm>
          <a:prstGeom prst="rect">
            <a:avLst/>
          </a:prstGeom>
          <a:solidFill>
            <a:srgbClr val="E5EBE0"/>
          </a:solidFill>
          <a:ln w="12700">
            <a:solidFill>
              <a:srgbClr val="E5EBE0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531352" y="4151376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162288" y="4142232"/>
            <a:ext cx="2468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9162288" y="462686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follow-up,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and closure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SHARING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972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 summary is a deliberate handover.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282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06424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94360" y="2240280"/>
            <a:ext cx="5230368" cy="3108960"/>
          </a:xfrm>
          <a:prstGeom prst="rect">
            <a:avLst/>
          </a:prstGeom>
          <a:solidFill>
            <a:srgbClr val="E5EBE0"/>
          </a:solidFill>
          <a:ln w="12700">
            <a:solidFill>
              <a:srgbClr val="E5EBE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27648" y="2240280"/>
            <a:ext cx="523036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5786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WORK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0906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Lawyer + office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886200"/>
            <a:ext cx="4480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notes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Consultation outcome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Recorded sample duration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5786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EXPLICITLY SHARED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0906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+ firm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86200"/>
            <a:ext cx="4480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consultation summary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shared versions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Agreed follow-up and messages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561441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 ACCESS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972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familiar experience in Tamil and English.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282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06424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641080" y="1764792"/>
            <a:ext cx="2176272" cy="4608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Users/pinkman/Documents/Codex/2026-09-24/continue-the-lawyer-app-demo-in/work/deck-v3/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813185"/>
            <a:ext cx="2084832" cy="45117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2286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journey across screens</a:t>
            </a:r>
            <a:endParaRPr lang="en-US" sz="2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127248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workspaces for focused office tasks.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 phone views for clients on the move.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572000"/>
            <a:ext cx="6949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Purpose-specific screen titles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consultation references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Natural, professional Tamil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PROTOTYPE TO SERVICE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972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operating foundation before a live pilot.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282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06424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762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16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762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&amp; access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217627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real OTP delivery, staff permissions and private file storage.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3924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16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39242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Reliable operations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349240" y="339242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shared records, calendars, meetings and delivered push reminders.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6085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16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460857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&amp; reporting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460857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live payments, refunds, invoices and verified financial reporting.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ACCESS &amp; UPDATES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972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in, pay and stay informed.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282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06424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74523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Users/pinkman/Documents/Codex/2026-09-24/continue-the-lawyer-app-demo-in/work/deck-v3/client.png">    </p:cNvPr>
          <p:cNvPicPr>
            <a:picLocks noChangeAspect="1"/>
          </p:cNvPicPr>
          <p:nvPr/>
        </p:nvPicPr>
        <p:blipFill>
          <a:blip r:embed="rId1"/>
          <a:srcRect l="0" t="2041" r="50000" b="50000"/>
          <a:stretch>
            <a:fillRect/>
          </a:stretch>
        </p:blipFill>
        <p:spPr>
          <a:xfrm>
            <a:off x="1248156" y="2148840"/>
            <a:ext cx="6007608" cy="3749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66760" y="2176272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16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75234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essentials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3438144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by demo OTP, edit contact details, try mock checkout and receive booking updates in the app.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16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&amp; PERFORMANCE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972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5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people. Understand the work.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4282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064240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74523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/Users/pinkman/Documents/Codex/2026-09-24/continue-the-lawyer-app-demo-in/work/deck-v3/admin.png">    </p:cNvPr>
          <p:cNvPicPr>
            <a:picLocks noChangeAspect="1"/>
          </p:cNvPicPr>
          <p:nvPr/>
        </p:nvPicPr>
        <p:blipFill>
          <a:blip r:embed="rId1"/>
          <a:srcRect l="10859" t="12929" r="51484" b="71862"/>
          <a:stretch>
            <a:fillRect/>
          </a:stretch>
        </p:blipFill>
        <p:spPr>
          <a:xfrm>
            <a:off x="1481328" y="2148840"/>
            <a:ext cx="5586984" cy="3749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66760" y="2176272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16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75234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5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clearer office view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3438144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client accounts and lawyer profiles, photos and specializations. See activity, demand and sample collections.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Private firm concept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clearer client relationship</dc:title>
  <dc:subject>Firm-facing V3 product demonstration</dc:subject>
  <dc:creator>Lawyer App project</dc:creator>
  <cp:lastModifiedBy>Lawyer App project</cp:lastModifiedBy>
  <cp:revision>1</cp:revision>
  <dcterms:created xsi:type="dcterms:W3CDTF">2026-09-27T15:10:30Z</dcterms:created>
  <dcterms:modified xsi:type="dcterms:W3CDTF">2026-09-27T15:10:30Z</dcterms:modified>
</cp:coreProperties>
</file>